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7772400" cy="10058400"/>
  <p:notesSz cx="10058400" cy="7772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347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772400" cy="128016"/>
          </a:xfrm>
          <a:prstGeom prst="rect">
            <a:avLst/>
          </a:prstGeom>
          <a:solidFill>
            <a:srgbClr val="CF4E3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28016"/>
            <a:ext cx="7772400" cy="274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20040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INDUSTRY DAY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F4E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&amp; OPEN HOUSE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6675120" cy="0"/>
          </a:xfrm>
          <a:prstGeom prst="line">
            <a:avLst/>
          </a:prstGeom>
          <a:noFill/>
          <a:ln w="25400">
            <a:solidFill>
              <a:srgbClr val="CF4E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55448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CE1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U.S. Coast Guard  |  Civil Engineering Unit Oakland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828800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E1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Co-hosted by SAME San Francisco Post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2194560"/>
            <a:ext cx="7772400" cy="868680"/>
          </a:xfrm>
          <a:prstGeom prst="rect">
            <a:avLst/>
          </a:prstGeom>
          <a:solidFill>
            <a:srgbClr val="CF4E38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26771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THURSDAY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24688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MARCH 12, 2026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548640" y="27706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2:00 PM - 5:00 PM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760720" y="2359152"/>
            <a:ext cx="146304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5760720" y="2359152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F4E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FREE</a:t>
            </a:r>
            <a:endParaRPr lang="en-US" sz="3200" dirty="0"/>
          </a:p>
        </p:txBody>
      </p:sp>
      <p:sp>
        <p:nvSpPr>
          <p:cNvPr id="15" name="Shape 13"/>
          <p:cNvSpPr/>
          <p:nvPr/>
        </p:nvSpPr>
        <p:spPr>
          <a:xfrm>
            <a:off x="0" y="3063240"/>
            <a:ext cx="7772400" cy="4983480"/>
          </a:xfrm>
          <a:prstGeom prst="rect">
            <a:avLst/>
          </a:prstGeom>
          <a:solidFill>
            <a:srgbClr val="002A5A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246120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F4E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AGENDA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48640" y="356616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2:00 PM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600200" y="3566160"/>
            <a:ext cx="5623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 Remarks (CEUO CO / SAME SF)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3803904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2:15 PM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600200" y="3803904"/>
            <a:ext cx="5623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CEUO Briefing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600200" y="4041648"/>
            <a:ext cx="5623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CE1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chiefs, structure, contracting process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48640" y="4242816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2:30 PM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600200" y="4242816"/>
            <a:ext cx="5623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Discussion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600200" y="4480560"/>
            <a:ext cx="5623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CE1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Opportunities, challenges &amp; Q&amp;A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48640" y="468172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3:15 PM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600200" y="4681728"/>
            <a:ext cx="5623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Networking + Breakout Sessions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600200" y="4919472"/>
            <a:ext cx="5623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CE1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 Room H: Industry showcase &amp; networking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600200" y="5120640"/>
            <a:ext cx="5623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CE1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Rooms A-E: Field-specific breakouts &amp; 1-on-1s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48640" y="532180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4:45 PM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600200" y="5321808"/>
            <a:ext cx="5623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Remarks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48640" y="555955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5:00 PM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600200" y="5559552"/>
            <a:ext cx="5623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Complete / No-host Social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48640" y="5907024"/>
            <a:ext cx="6675120" cy="0"/>
          </a:xfrm>
          <a:prstGeom prst="line">
            <a:avLst/>
          </a:prstGeom>
          <a:noFill/>
          <a:ln w="6350">
            <a:solidFill>
              <a:srgbClr val="DCE1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8640" y="6071616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F4E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WHO SHOULD ATTEND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594360" y="6455664"/>
            <a:ext cx="73152" cy="73152"/>
          </a:xfrm>
          <a:prstGeom prst="ellipse">
            <a:avLst/>
          </a:prstGeom>
          <a:solidFill>
            <a:srgbClr val="CF4E38"/>
          </a:solidFill>
          <a:ln/>
        </p:spPr>
      </p:sp>
      <p:sp>
        <p:nvSpPr>
          <p:cNvPr id="36" name="Text 34"/>
          <p:cNvSpPr/>
          <p:nvPr/>
        </p:nvSpPr>
        <p:spPr>
          <a:xfrm>
            <a:off x="777240" y="6391656"/>
            <a:ext cx="6126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Contractors &amp; Specialty Subcontractors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94360" y="6693408"/>
            <a:ext cx="73152" cy="73152"/>
          </a:xfrm>
          <a:prstGeom prst="ellipse">
            <a:avLst/>
          </a:prstGeom>
          <a:solidFill>
            <a:srgbClr val="CF4E38"/>
          </a:solidFill>
          <a:ln/>
        </p:spPr>
      </p:sp>
      <p:sp>
        <p:nvSpPr>
          <p:cNvPr id="38" name="Text 36"/>
          <p:cNvSpPr/>
          <p:nvPr/>
        </p:nvSpPr>
        <p:spPr>
          <a:xfrm>
            <a:off x="777240" y="6629400"/>
            <a:ext cx="6126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A/E Firms &amp; Engineering Consultants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94360" y="6931152"/>
            <a:ext cx="73152" cy="73152"/>
          </a:xfrm>
          <a:prstGeom prst="ellipse">
            <a:avLst/>
          </a:prstGeom>
          <a:solidFill>
            <a:srgbClr val="CF4E38"/>
          </a:solidFill>
          <a:ln/>
        </p:spPr>
      </p:sp>
      <p:sp>
        <p:nvSpPr>
          <p:cNvPr id="40" name="Text 38"/>
          <p:cNvSpPr/>
          <p:nvPr/>
        </p:nvSpPr>
        <p:spPr>
          <a:xfrm>
            <a:off x="777240" y="6867144"/>
            <a:ext cx="6126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Businesses Exploring Federal Contracting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94360" y="7168896"/>
            <a:ext cx="73152" cy="73152"/>
          </a:xfrm>
          <a:prstGeom prst="ellipse">
            <a:avLst/>
          </a:prstGeom>
          <a:solidFill>
            <a:srgbClr val="CF4E38"/>
          </a:solidFill>
          <a:ln/>
        </p:spPr>
      </p:sp>
      <p:sp>
        <p:nvSpPr>
          <p:cNvPr id="42" name="Text 40"/>
          <p:cNvSpPr/>
          <p:nvPr/>
        </p:nvSpPr>
        <p:spPr>
          <a:xfrm>
            <a:off x="777240" y="7104888"/>
            <a:ext cx="6126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 &amp; Facilities Professionals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48640" y="7434072"/>
            <a:ext cx="6675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access to Coast Guard civil engineering leadership.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48640" y="7680960"/>
            <a:ext cx="6675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E1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conversations. Real opportunities.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0" y="8046720"/>
            <a:ext cx="7772400" cy="777240"/>
          </a:xfrm>
          <a:prstGeom prst="rect">
            <a:avLst/>
          </a:prstGeom>
          <a:solidFill>
            <a:srgbClr val="003478"/>
          </a:solidFill>
          <a:ln/>
        </p:spPr>
      </p:sp>
      <p:sp>
        <p:nvSpPr>
          <p:cNvPr id="46" name="Shape 44"/>
          <p:cNvSpPr/>
          <p:nvPr/>
        </p:nvSpPr>
        <p:spPr>
          <a:xfrm>
            <a:off x="0" y="8046720"/>
            <a:ext cx="7772400" cy="22860"/>
          </a:xfrm>
          <a:prstGeom prst="rect">
            <a:avLst/>
          </a:prstGeom>
          <a:solidFill>
            <a:srgbClr val="CF4E38"/>
          </a:solidFill>
          <a:ln/>
        </p:spPr>
      </p:sp>
      <p:sp>
        <p:nvSpPr>
          <p:cNvPr id="47" name="Text 45"/>
          <p:cNvSpPr/>
          <p:nvPr/>
        </p:nvSpPr>
        <p:spPr>
          <a:xfrm>
            <a:off x="548640" y="8138160"/>
            <a:ext cx="6675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F4E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QUESTIONS?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548640" y="8366760"/>
            <a:ext cx="6675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 Duncan Clark, Construction Manager, CEU Oakland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548640" y="8558784"/>
            <a:ext cx="6675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E1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Duncan.G.Clark@uscg.mil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0" y="9930384"/>
            <a:ext cx="7772400" cy="128016"/>
          </a:xfrm>
          <a:prstGeom prst="rect">
            <a:avLst/>
          </a:prstGeom>
          <a:solidFill>
            <a:srgbClr val="CF4E38"/>
          </a:solidFill>
          <a:ln/>
        </p:spPr>
      </p:sp>
      <p:sp>
        <p:nvSpPr>
          <p:cNvPr id="51" name="Shape 49"/>
          <p:cNvSpPr/>
          <p:nvPr/>
        </p:nvSpPr>
        <p:spPr>
          <a:xfrm>
            <a:off x="0" y="9902952"/>
            <a:ext cx="7772400" cy="274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2" name="Text 50"/>
          <p:cNvSpPr/>
          <p:nvPr/>
        </p:nvSpPr>
        <p:spPr>
          <a:xfrm>
            <a:off x="365760" y="9720072"/>
            <a:ext cx="7040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DCE1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event does not constitute official U.S. Coast Guard endorsement of SAME or any participating organization.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548640" y="9628632"/>
            <a:ext cx="6675120" cy="0"/>
          </a:xfrm>
          <a:prstGeom prst="line">
            <a:avLst/>
          </a:prstGeom>
          <a:noFill/>
          <a:ln w="6350">
            <a:solidFill>
              <a:srgbClr val="CF4E38"/>
            </a:solidFill>
            <a:prstDash val="solid"/>
          </a:ln>
        </p:spPr>
      </p:sp>
      <p:pic>
        <p:nvPicPr>
          <p:cNvPr id="54" name="Image 0" descr="C:\Workspace\SAMESF\assets\SanFranciscoPost-Logo-Transparen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0" y="9098280"/>
            <a:ext cx="1371600" cy="457200"/>
          </a:xfrm>
          <a:prstGeom prst="rect">
            <a:avLst/>
          </a:prstGeom>
        </p:spPr>
      </p:pic>
      <p:sp>
        <p:nvSpPr>
          <p:cNvPr id="55" name="Shape 52"/>
          <p:cNvSpPr/>
          <p:nvPr/>
        </p:nvSpPr>
        <p:spPr>
          <a:xfrm>
            <a:off x="1828800" y="8732520"/>
            <a:ext cx="4114800" cy="457200"/>
          </a:xfrm>
          <a:prstGeom prst="rect">
            <a:avLst/>
          </a:prstGeom>
          <a:solidFill>
            <a:srgbClr val="003478"/>
          </a:solidFill>
          <a:ln w="25400">
            <a:solidFill>
              <a:srgbClr val="CF4E38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1828800" y="87325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F4E3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REGISTER: [INSERT LINK HERE]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USCG Industry Day &amp; Open House - March 12, 2026</dc:title>
  <dc:subject>PptxGenJS Presentation</dc:subject>
  <dc:creator>SAME San Francisco Post</dc:creator>
  <cp:lastModifiedBy>SAME San Francisco Post</cp:lastModifiedBy>
  <cp:revision>1</cp:revision>
  <dcterms:created xsi:type="dcterms:W3CDTF">2026-02-16T05:06:13Z</dcterms:created>
  <dcterms:modified xsi:type="dcterms:W3CDTF">2026-02-16T05:06:13Z</dcterms:modified>
</cp:coreProperties>
</file>